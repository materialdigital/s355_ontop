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3" r:id="rId5"/>
    <p:sldId id="264" r:id="rId6"/>
    <p:sldId id="258" r:id="rId7"/>
    <p:sldId id="259" r:id="rId8"/>
    <p:sldId id="265" r:id="rId9"/>
    <p:sldId id="260" r:id="rId10"/>
    <p:sldId id="266" r:id="rId11"/>
    <p:sldId id="26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E93777-B686-5F6B-EBDE-EB3FBBED1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7A3355-FE38-F3E2-7AA8-B4CE3782D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AB12C8-7910-643D-95E3-7DE138DE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4E1AB4-0080-FC38-56E6-5D9A075F3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20301-9970-5BCF-C019-ED59160B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8924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998D80-B826-DB7D-794F-4B10CDE33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BB9913-77CA-058C-F08D-163C943D7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D288E8-D0E8-15F7-DE39-B31E262B8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9B0566-6BBA-0268-495E-FC154242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36142B-1C04-DD50-28CE-E08BFBB2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332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B0570-695B-93A5-94B8-0B9E4D7FD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571990-D800-3722-993A-FF119A22B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CBD241-3C27-DC1A-4988-1DE49B60F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FAEC29-BFCE-4958-BA34-35E61BEC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E292F3-2F0F-B09D-6B72-9FE2173F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47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C780D-327C-0FA6-3B11-749DFE0FA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4D85B6-88CE-70B0-EB68-1735D95E1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AD9362E-A88C-3BC4-9737-63C2AC6F8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374D3A-C989-D2A7-EEF8-CF706647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2A5584-F1EC-67CD-79E2-ABD241393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307707-9E3E-3B34-7775-4DE9057C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623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2304E-1ACC-7557-4CA1-6B801BDE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998CC5-59D6-671E-3407-4014175C8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C265ED-87E6-B90B-EDBA-70E4DBEC8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0B28FAB-F24C-B218-E4F9-CD5499BB3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F30FC9-A1DF-D244-3D32-1D9BE0E0B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380E2F-B7BD-CD87-722D-358F434F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48BDED-8242-09C7-E22E-2CAC4313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B3DA350-BC75-E273-0309-86D4F3F2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30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A03ED4-C606-B4FF-F060-B96399E60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C6B613-25F8-337D-EE2A-CE75FDDD1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2D12BE-FE79-F762-AF19-1295E32E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2291A79-766B-12BC-BADC-F42B95C8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690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39D4C8-FE40-D55B-ED91-3A34B30E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5A8977F-EC60-1CD9-F854-16D70B27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9BE603-8E63-E90C-4665-F395B20F5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408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4AE6E-9D66-1702-158A-76E1C2F5D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E21E89-85FD-52A1-BFB1-77315E1C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1966815-CB93-10AC-D180-EB21BDEF5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3F92ED3-0E3C-E2DB-9D08-9D7F2731B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B74745-1E09-8984-F2F1-5143D0B6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24E38F-BEB3-3D4F-63C3-4A6B35CF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323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D8DFDF-2A84-10AF-4C9C-4316CFA10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DE7E1AC-C7FF-7AAC-DE70-E376B24B2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A2B729-AF5B-1959-CBA0-A014EA3D5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AF9393-38AC-28C8-1E01-6A5BD0B7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3BF1C0-40AE-1188-9085-24BC876F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F287A4-0D9B-A2C5-2F10-5FB240F2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570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867A1C-F5B0-4EF3-5D22-3879DC5A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24D5A9-8ACC-7845-1AC9-2FB91C2E7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082DA7-DE4F-707D-1653-1E886075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77F032-D22E-73A1-8878-2C48F7D9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221589-9BAD-9118-780A-7EA77ACE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938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729A8FC-3720-2B91-3654-C9F24C159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1459D4B-0C30-B862-6991-7BCD225FC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140CB5-E75F-EDB5-6004-71D3C443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7D5F31-5FAD-BFB7-A8E2-B7748AA6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8721EE-622A-13F8-D151-7E2AD1CA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487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BE507B1-AC6E-F6E2-6617-3AEE46747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BC7E6D-C1CB-DF8F-9B8C-430F36249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0BEB11-8294-2450-9271-3D420618D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B7FD1-77B9-4BCD-9BC5-C1006F7BC136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B43886-8DB2-BA0D-0DEC-952F9345A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DCA573-CA59-F999-AC31-3CD951FFD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4E1DB-473C-4AF6-BE8C-0A81384E88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052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8E107E74-2462-EDAA-E6CD-E159BAC37C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53120"/>
              </p:ext>
            </p:extLst>
          </p:nvPr>
        </p:nvGraphicFramePr>
        <p:xfrm>
          <a:off x="1095983" y="138962"/>
          <a:ext cx="10000034" cy="6580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415642" imgH="4220988" progId="AcroExch.Document.DC">
                  <p:embed/>
                </p:oleObj>
              </mc:Choice>
              <mc:Fallback>
                <p:oleObj name="Acrobat Document" r:id="rId2" imgW="6415642" imgH="4220988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95983" y="138962"/>
                        <a:ext cx="10000034" cy="65800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715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6E280-C9E3-F3E9-69B0-74EF3B201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26198-8409-2F84-7C7E-147433450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Tensile</a:t>
            </a:r>
            <a:r>
              <a:rPr lang="de-DE" dirty="0"/>
              <a:t> Test: Primary Data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3ADAD70-CD9B-BEAD-77AF-484DCE9DAEA0}"/>
              </a:ext>
            </a:extLst>
          </p:cNvPr>
          <p:cNvSpPr txBox="1"/>
          <p:nvPr/>
        </p:nvSpPr>
        <p:spPr>
          <a:xfrm>
            <a:off x="838200" y="1690688"/>
            <a:ext cx="404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Zd2.csv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CBF24C1-E662-2EE0-0F0A-D7246C9F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382" y="1291894"/>
            <a:ext cx="5640338" cy="468569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4F7C8AC-759A-8720-F017-BDFA7B4222AA}"/>
              </a:ext>
            </a:extLst>
          </p:cNvPr>
          <p:cNvSpPr txBox="1"/>
          <p:nvPr/>
        </p:nvSpPr>
        <p:spPr>
          <a:xfrm rot="5400000">
            <a:off x="8543543" y="6046600"/>
            <a:ext cx="478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9448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B7B8B-5E1D-2E7F-1C15-EA7B72CB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Tensile</a:t>
            </a:r>
            <a:r>
              <a:rPr lang="de-DE" dirty="0"/>
              <a:t> Test: </a:t>
            </a:r>
            <a:r>
              <a:rPr lang="de-DE" dirty="0" err="1"/>
              <a:t>Secondary</a:t>
            </a:r>
            <a:r>
              <a:rPr lang="de-DE" dirty="0"/>
              <a:t> Data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FFA1403-3509-FD23-F1F6-E67248A8B251}"/>
              </a:ext>
            </a:extLst>
          </p:cNvPr>
          <p:cNvSpPr txBox="1"/>
          <p:nvPr/>
        </p:nvSpPr>
        <p:spPr>
          <a:xfrm>
            <a:off x="838200" y="1690688"/>
            <a:ext cx="1051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Versuchsprotokolle für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RT </a:t>
            </a:r>
            <a:r>
              <a:rPr lang="de-DE" dirty="0" err="1"/>
              <a:t>Zx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RT </a:t>
            </a:r>
            <a:r>
              <a:rPr lang="de-DE" dirty="0" err="1"/>
              <a:t>Zy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RT </a:t>
            </a:r>
            <a:r>
              <a:rPr lang="de-DE" dirty="0" err="1"/>
              <a:t>Zd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Pyxcel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381532-E5D3-FD78-4D16-E8AB6A52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097" y="1326067"/>
            <a:ext cx="6201343" cy="489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0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988B-D89A-32B4-DA35-8B2D2881D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6F9499-920B-2031-8773-021EE1C6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Tensile</a:t>
            </a:r>
            <a:r>
              <a:rPr lang="de-DE" dirty="0"/>
              <a:t> Test: </a:t>
            </a:r>
            <a:r>
              <a:rPr lang="de-DE" dirty="0" err="1"/>
              <a:t>Secondary</a:t>
            </a:r>
            <a:r>
              <a:rPr lang="de-DE" dirty="0"/>
              <a:t> Data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EA6E2D7-F3E1-814A-A8CB-971B3AF85F4E}"/>
              </a:ext>
            </a:extLst>
          </p:cNvPr>
          <p:cNvSpPr txBox="1"/>
          <p:nvPr/>
        </p:nvSpPr>
        <p:spPr>
          <a:xfrm>
            <a:off x="838200" y="1690688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tensile_test_results.xslx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FAA20D2-97D7-D9F7-CC80-E211A8952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29" y="2060020"/>
            <a:ext cx="10218941" cy="517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46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5BBC-92B2-4F9B-E0F3-D1E2D820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7DE41-9FEC-1FEA-50C3-2D05D0DF5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Tensile</a:t>
            </a:r>
            <a:r>
              <a:rPr lang="de-DE" dirty="0"/>
              <a:t> Test: </a:t>
            </a:r>
            <a:r>
              <a:rPr lang="de-DE" dirty="0" err="1"/>
              <a:t>Metadata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D1B002-4312-3AE8-ABC8-39DD835D4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82" y="1272771"/>
            <a:ext cx="9079436" cy="558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04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D2684-DCE7-67B4-6B79-DC7755CCB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5A055B-4510-11A4-0843-679319E6F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Charpy Test: Primary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184935-FC50-28B4-BEB2-81C94EB4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KX, KY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B0848B4-F26B-5437-D5E7-7B372DC15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98" y="899389"/>
            <a:ext cx="5391902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7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D406-5852-EA77-926E-C96BE8B2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7300F-BCF7-ACB4-74A0-CD607030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Charpy Test: </a:t>
            </a:r>
            <a:r>
              <a:rPr lang="de-DE" dirty="0" err="1"/>
              <a:t>Secondary</a:t>
            </a:r>
            <a:r>
              <a:rPr lang="de-DE" dirty="0"/>
              <a:t>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7EA4BC-4944-1F9D-9E3D-2DC73A66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Charpy_test_results.xlsx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F1DA5E6-B1E3-33F3-FA35-FC1775A83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" y="2270789"/>
            <a:ext cx="10374173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75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D4BA-A1F1-732D-DF06-1E2369D7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9246B3-BF79-2D97-DEAF-CC817F53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Charpy Test: </a:t>
            </a:r>
            <a:r>
              <a:rPr lang="de-DE" dirty="0" err="1"/>
              <a:t>Metadata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DD9DBAC-003E-F949-8BB2-BA8D06ED3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89F4DEA-DD47-AD7C-D326-FCB6A37FC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1536343"/>
            <a:ext cx="11774543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2008-A2F4-2128-7C6A-263F47A7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A432C7-F0C1-B368-A70B-921A75190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Sonic </a:t>
            </a:r>
            <a:r>
              <a:rPr lang="de-DE" sz="2400" dirty="0" err="1"/>
              <a:t>Resonance</a:t>
            </a:r>
            <a:r>
              <a:rPr lang="de-DE" sz="2400" dirty="0"/>
              <a:t> Test: Primary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92DB6F-9C17-92C0-4878-F070A040D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ERX1, ERX2, ERY1, ERY2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F20A23D-219E-0C9C-82D6-A803EB077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833" y="456307"/>
            <a:ext cx="6392167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6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C1BE-A2D7-1194-C3C4-E5F997B8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F7572-0A6E-B630-8DCE-A9E5415B5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Sonic </a:t>
            </a:r>
            <a:r>
              <a:rPr lang="de-DE" dirty="0" err="1"/>
              <a:t>Resonance</a:t>
            </a:r>
            <a:r>
              <a:rPr lang="de-DE" dirty="0"/>
              <a:t> Test: </a:t>
            </a:r>
            <a:r>
              <a:rPr lang="de-DE" dirty="0" err="1"/>
              <a:t>Secondary</a:t>
            </a:r>
            <a:r>
              <a:rPr lang="de-DE" dirty="0"/>
              <a:t>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982584-8410-DD5C-78F9-253BC4D4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583056"/>
            <a:ext cx="10515600" cy="4351338"/>
          </a:xfrm>
        </p:spPr>
        <p:txBody>
          <a:bodyPr/>
          <a:lstStyle/>
          <a:p>
            <a:r>
              <a:rPr lang="de-DE" dirty="0"/>
              <a:t>Results_sonic_resonance_test.xlsx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4957246-49F0-5301-42FE-8A2CF9860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2020600"/>
            <a:ext cx="12192000" cy="483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2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38436-D551-25C2-9792-1070DCE3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2ABD9-1132-8EF7-EAD0-6F7F34EDF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-180975"/>
            <a:ext cx="10515600" cy="1325563"/>
          </a:xfrm>
        </p:spPr>
        <p:txBody>
          <a:bodyPr/>
          <a:lstStyle/>
          <a:p>
            <a:r>
              <a:rPr lang="de-DE" dirty="0"/>
              <a:t>Sonic </a:t>
            </a:r>
            <a:r>
              <a:rPr lang="de-DE" dirty="0" err="1"/>
              <a:t>Resonance</a:t>
            </a:r>
            <a:r>
              <a:rPr lang="de-DE" dirty="0"/>
              <a:t> Test: </a:t>
            </a:r>
            <a:r>
              <a:rPr lang="de-DE" dirty="0" err="1"/>
              <a:t>Metadata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A29840-C83D-B8E4-CAB5-E2F020E20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FFF063E-AF7E-BD6B-4451-554A934FB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67" y="846886"/>
            <a:ext cx="11879333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34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Breitbild</PresentationFormat>
  <Paragraphs>23</Paragraphs>
  <Slides>11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Adobe Acrobat Document</vt:lpstr>
      <vt:lpstr>PowerPoint-Präsentation</vt:lpstr>
      <vt:lpstr>Tensile Test: Primary Data</vt:lpstr>
      <vt:lpstr>Tensile Test: Secondary Data</vt:lpstr>
      <vt:lpstr>Tensile Test: Secondary Data</vt:lpstr>
      <vt:lpstr>Tensile Test: Metadata</vt:lpstr>
      <vt:lpstr>Charpy Test: Primary Data</vt:lpstr>
      <vt:lpstr>Charpy Test: Secondary Data</vt:lpstr>
      <vt:lpstr>Charpy Test: Metadata</vt:lpstr>
      <vt:lpstr>Sonic Resonance Test: Primary Data</vt:lpstr>
      <vt:lpstr>Sonic Resonance Test: Secondary Data</vt:lpstr>
      <vt:lpstr>Sonic Resonance Test: Metadata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Landbeck, Emil</dc:creator>
  <cp:lastModifiedBy>Landbeck, Emil</cp:lastModifiedBy>
  <cp:revision>16</cp:revision>
  <dcterms:created xsi:type="dcterms:W3CDTF">2026-03-24T06:07:28Z</dcterms:created>
  <dcterms:modified xsi:type="dcterms:W3CDTF">2026-03-24T10:47:06Z</dcterms:modified>
</cp:coreProperties>
</file>